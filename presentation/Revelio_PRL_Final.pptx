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7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5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topic and the main purpose. Say that this project has two parts: reproduction of the layer-wise result and a small own experiment about intermediate diffusion timesteps.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short overview. The talk follows the requested scientific structure: introduction, background, method, results, discussion, and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central idea: diffusion models contain useful internal representations. We are not training a full new vision model from scratch; we extract features from Stable Diffusion and train a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 slowly: input image, noise/timestep, frozen diffusion model, selected feature layer, pooling, classifier,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reproduction question first, then the own experiment question. Emphasize that the own experiment is controlled: only the timestep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important settings. Mention that all selected final runs used 30 epochs and batch size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reproduces the main layer-wise comparison. The paper suggests that up_ft1 is strongest, and our result should test the same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main reproduction result. Say that the absolute values are not identical to the paper, but the important pattern is visible: up_ft1 is the strongest layer in this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move to the own experiment. Explain that up_ft1 was selected because it was strongest in the reproduction and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line chart. The results are close, but the best result among the tested timesteps is t=25. Emphasize that this does not prove a global optimum; it is only for the evaluated timesteps.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that the final results are not just single numbers. There is training behavior across epochs.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included real reproducibility work: setting up the environment, finding logs, fixing paths, collecting results, handling GPU memory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interpretation slide. Focus on three findings: up_ft1 is strongest, intermediate timesteps did not improve accuracy, and reproduction differs from paper due to practical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confidently. Say what was achieved and what was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backup slide shows the terminal summary of all final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shows the cluster job submission and queue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example of a completed run output with epoch 30 and WandB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DA59-479C-41C3-99F0-9A24DD470063}" type="datetime4">
              <a:rPr lang="de-DE" smtClean="0"/>
              <a:t>25. September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041E4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>
                <a:solidFill>
                  <a:srgbClr val="041E4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1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4E5F53-710A-07F3-26E0-D67124B01A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50317" y="-1"/>
            <a:ext cx="3741684" cy="6936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26" y="-8626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06070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</a:rPr>
              <a:t>Reproducing and Extending Revelio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86384" y="175564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7085"/>
                </a:solidFill>
              </a:rPr>
              <a:t>Diff-C classification with Stable Diffusion features on Oxford-IIIT Pet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6384" y="27889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2788920"/>
            <a:ext cx="73152" cy="914400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29535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Project type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3264408"/>
            <a:ext cx="2971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Paper reproduction + own experiment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7889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278892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36008" y="295351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Own question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3264408"/>
            <a:ext cx="3429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Do intermediate diffusion timesteps t=50 and t=75 improve up_ft1 features?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49640" y="278892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49640" y="2788920"/>
            <a:ext cx="73152" cy="91440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50808" y="29535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Final result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50808" y="3264408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up_ft1 remained best; intermediate timesteps did not improve over t=25.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5166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</a:rPr>
              <a:t>Mehrub Ahsan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</a:rPr>
              <a:t>PRL  - FAU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6BE952B-4ED5-5EF1-5EC7-6249559F5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6577"/>
            <a:ext cx="4001025" cy="10309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15 minutes + questions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</a:t>
            </a:r>
          </a:p>
        </p:txBody>
      </p:sp>
      <p:sp>
        <p:nvSpPr>
          <p:cNvPr id="9" name="Shape 6"/>
          <p:cNvSpPr/>
          <p:nvPr/>
        </p:nvSpPr>
        <p:spPr>
          <a:xfrm>
            <a:off x="914400" y="1417320"/>
            <a:ext cx="384048" cy="384048"/>
          </a:xfrm>
          <a:prstGeom prst="ellipse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4904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508760" y="13990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</a:rPr>
              <a:t>Motivation and gap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297680" y="14173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Why this experiment is useful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14400" y="2093976"/>
            <a:ext cx="384048" cy="384048"/>
          </a:xfrm>
          <a:prstGeom prst="ellipse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16712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508760" y="2075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</a:rPr>
              <a:t>Background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297680" y="209397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Revelio, Diff-C, and diffusion features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14400" y="2770632"/>
            <a:ext cx="384048" cy="384048"/>
          </a:xfrm>
          <a:prstGeom prst="ellipse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28437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508760" y="27523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</a:rPr>
              <a:t>Experimental setup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4297680" y="277063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Dataset, model, HPC, metrics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14400" y="3447288"/>
            <a:ext cx="384048" cy="384048"/>
          </a:xfrm>
          <a:prstGeom prst="ellipse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35204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508760" y="3429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</a:rPr>
              <a:t>Results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4297680" y="344728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Reproduction and own timestep experiment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14400" y="4123944"/>
            <a:ext cx="384048" cy="384048"/>
          </a:xfrm>
          <a:prstGeom prst="ellipse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14400" y="41970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508760" y="4105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</a:rPr>
              <a:t>Discussion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4297680" y="412394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Interpretation, limitations, and conclusion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Motivation: using diffusion features for classification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paper studies whether representations learned by diffusion models are useful beyond image generation.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</a:t>
            </a:r>
          </a:p>
        </p:txBody>
      </p:sp>
      <p:sp>
        <p:nvSpPr>
          <p:cNvPr id="9" name="Shape 6"/>
          <p:cNvSpPr/>
          <p:nvPr/>
        </p:nvSpPr>
        <p:spPr>
          <a:xfrm>
            <a:off x="731520" y="1417320"/>
            <a:ext cx="5029200" cy="1298448"/>
          </a:xfrm>
          <a:prstGeom prst="roundRect">
            <a:avLst>
              <a:gd name="adj" fmla="val 5634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1417320"/>
            <a:ext cx="73152" cy="1298448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32688" y="158191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Problem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32688" y="1892808"/>
            <a:ext cx="4709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Modern diffusion models learn rich visual representations, but it is not obvious which internal layer and which diffusion timestep is most useful for classification.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3243360"/>
            <a:ext cx="5029200" cy="1298448"/>
          </a:xfrm>
          <a:prstGeom prst="roundRect">
            <a:avLst>
              <a:gd name="adj" fmla="val 5634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57227" y="3249484"/>
            <a:ext cx="73152" cy="1298448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32688" y="341217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Paper contribution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91540" y="3566160"/>
            <a:ext cx="4709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Revelio evaluates internal diffusion representations. The Diff-C setting trains a classifier on extracted diffusion features.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205740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63640" y="2057400"/>
            <a:ext cx="73152" cy="15087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64808" y="22219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My contribution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64808" y="2532888"/>
            <a:ext cx="475488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I reproduced the SD-1.5 layer comparison at t=25 and added intermediate timesteps t=50 and t=75 for up_ft1.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811012" y="2674534"/>
            <a:ext cx="310896" cy="502920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Background: Diff-C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A frozen Stable Diffusion model is used as a feature extractor; a classifier is trained on the extracted features.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</a:t>
            </a:r>
          </a:p>
        </p:txBody>
      </p:sp>
      <p:sp>
        <p:nvSpPr>
          <p:cNvPr id="9" name="Shape 6"/>
          <p:cNvSpPr/>
          <p:nvPr/>
        </p:nvSpPr>
        <p:spPr>
          <a:xfrm>
            <a:off x="685800" y="2057400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2402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</a:rPr>
              <a:t>Image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2587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Oxford-IIIT Pet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67712" y="2468880"/>
            <a:ext cx="320040" cy="292608"/>
          </a:xfrm>
          <a:prstGeom prst="rightArrow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697480" y="2057400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88920" y="22402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</a:rPr>
              <a:t>Stable Diffusion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2788920" y="2587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frozen feature extractor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79392" y="2468880"/>
            <a:ext cx="320040" cy="292608"/>
          </a:xfrm>
          <a:prstGeom prst="rightArrow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09160" y="2057400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EAF3FF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</a:rPr>
              <a:t>Layer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800600" y="2587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bottleneck / up_ft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91072" y="2468880"/>
            <a:ext cx="320040" cy="292608"/>
          </a:xfrm>
          <a:prstGeom prst="rightArrow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720840" y="2057400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12280" y="22402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</a:rPr>
              <a:t>Pooling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812280" y="2587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GAP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302752" y="2468880"/>
            <a:ext cx="320040" cy="292608"/>
          </a:xfrm>
          <a:prstGeom prst="rightArrow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732520" y="2057400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823960" y="22402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</a:rPr>
              <a:t>Classifier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8823960" y="2587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Diff-C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314432" y="2468880"/>
            <a:ext cx="320040" cy="292608"/>
          </a:xfrm>
          <a:prstGeom prst="rightArrow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683240" y="2057399"/>
            <a:ext cx="1478280" cy="1179571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835640" y="22402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</a:rPr>
              <a:t>Metric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0835640" y="2587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Top-1 accuracy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05840" y="4023359"/>
            <a:ext cx="4572000" cy="1417321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005840" y="4023360"/>
            <a:ext cx="73152" cy="1417320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207008" y="41879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Key controlled variables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207008" y="4498848"/>
            <a:ext cx="42519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Model: Stable Diffusion 1.5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Dataset: Oxford-IIIT Pet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Prompt: empty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Pooling: GAP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Epochs: 30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Batch size: 4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492240" y="402336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492240" y="4023360"/>
            <a:ext cx="73152" cy="1417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693408" y="418795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Changed variables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693408" y="4498848"/>
            <a:ext cx="41605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Reproduction: layer at t=25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Own experiment: timestep for fixed layer up_ft1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Two questions guide the project.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5</a:t>
            </a:r>
          </a:p>
        </p:txBody>
      </p:sp>
      <p:sp>
        <p:nvSpPr>
          <p:cNvPr id="9" name="Shape 6"/>
          <p:cNvSpPr/>
          <p:nvPr/>
        </p:nvSpPr>
        <p:spPr>
          <a:xfrm>
            <a:off x="914400" y="155448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14400" y="1554480"/>
            <a:ext cx="73152" cy="192024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15568" y="17190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RQ1 - reproduction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15568" y="2029968"/>
            <a:ext cx="475488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Can I reproduce the layer-wise behavior of Diff-C on Oxford-IIIT Pet?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Expected pattern: up_ft1 should be the strongest SD-1.5 layer.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1554480"/>
            <a:ext cx="4892040" cy="1920240"/>
          </a:xfrm>
          <a:prstGeom prst="roundRect">
            <a:avLst>
              <a:gd name="adj" fmla="val 3810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55080" y="1554480"/>
            <a:ext cx="73152" cy="1920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56248" y="1719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RQ2 - own experiment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56248" y="2029968"/>
            <a:ext cx="457200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If the best layer up_ft1 is fixed, do intermediate timesteps t=50 and t=75 improve classification accuracy compared with t=25 and t=100?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144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</a:rPr>
              <a:t>Hypothesis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4434840"/>
            <a:ext cx="10149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3"/>
                </a:solidFill>
              </a:rPr>
              <a:t>Intermediate timesteps may contain a useful balance between low-level visual structure and more semantic information.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Same dataset, model, training length, and metric across the controlled comparisons.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417320"/>
          <a:ext cx="4754880" cy="3931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Dataset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Oxford-IIIT Pet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Stable Diffusion 1.5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Classifier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Diff-C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Epochs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Batch size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Learning rate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1e-4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Prompt / pooling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empty / GAP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Top-1 test accuracy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63640" y="150876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263640" y="1508760"/>
            <a:ext cx="73152" cy="1417320"/>
          </a:xfrm>
          <a:prstGeom prst="rect">
            <a:avLst/>
          </a:prstGeom>
          <a:solidFill>
            <a:srgbClr val="C7352D"/>
          </a:solidFill>
          <a:ln w="12700">
            <a:solidFill>
              <a:srgbClr val="C73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64808" y="167335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HPC execution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64808" y="1984248"/>
            <a:ext cx="43434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Runs were submitted with SLURM on TinyGPU. Some layer runs exceeded 11 GB GPU memory and were rerun on the V100 partition to keep batch size 4.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63640" y="3246120"/>
            <a:ext cx="4663440" cy="1280160"/>
          </a:xfrm>
          <a:prstGeom prst="roundRect">
            <a:avLst>
              <a:gd name="adj" fmla="val 5714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63640" y="3246120"/>
            <a:ext cx="73152" cy="1280160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64808" y="341071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Reproducibility evidence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64808" y="3721608"/>
            <a:ext cx="43434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Saved job scripts, SLURM logs, final result tables, generated plots, and terminal screenshots were archived.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Reproduction design: layer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Only the layer changes; the timestep is fixed to t=25.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</a:t>
            </a:r>
          </a:p>
        </p:txBody>
      </p:sp>
      <p:sp>
        <p:nvSpPr>
          <p:cNvPr id="9" name="Text 6"/>
          <p:cNvSpPr/>
          <p:nvPr/>
        </p:nvSpPr>
        <p:spPr>
          <a:xfrm>
            <a:off x="86868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Fixed: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828800"/>
            <a:ext cx="4572000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</a:rPr>
              <a:t>Stable Diffusion 1.5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</a:rPr>
              <a:t>Oxford-IIIT Pet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</a:rPr>
              <a:t>Diffusion timestep t=25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</a:rPr>
              <a:t>30 epochs, batch size 4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6364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Changed: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0" y="1828800"/>
            <a:ext cx="4389120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</a:rPr>
              <a:t>bottleneck:0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</a:rPr>
              <a:t>up_ft:0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</a:rPr>
              <a:t>up_ft:1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</a:rPr>
              <a:t>up_ft:2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05840" y="43434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4343400"/>
            <a:ext cx="73152" cy="77724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07008" y="4507992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Success criterion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07008" y="4818888"/>
            <a:ext cx="96469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The reproduction is successful if up_ft1 is clearly among the strongest layers and the general layer-wise behavior is visible.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1: layer comparison at t=25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latin typeface="Aptos"/>
              </a:rPr>
              <a:t>up_ft1 remains the strongest reproduced layer; the main paper trend is reproduced.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</a:t>
            </a:r>
          </a:p>
        </p:txBody>
      </p:sp>
      <p:pic>
        <p:nvPicPr>
          <p:cNvPr id="9" name="Image 0" descr="/mnt/data/work_ppt/report_artifacts/figures/layer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234440"/>
            <a:ext cx="6766560" cy="4480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1234440"/>
            <a:ext cx="6766560" cy="448056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18120" y="150876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818120" y="1508760"/>
            <a:ext cx="73152" cy="1645920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019288" y="16733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Main observation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019288" y="1984248"/>
            <a:ext cx="320040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>
                <a:latin typeface="Aptos"/>
              </a:rPr>
              <a:t>Best reproduced layer: up_ft1</a:t>
            </a:r>
          </a:p>
          <a:p>
            <a:r>
              <a:rPr>
                <a:latin typeface="Aptos"/>
              </a:rPr>
              <a:t>Accuracy: 87.244%</a:t>
            </a:r>
          </a:p>
          <a:p>
            <a:r>
              <a:rPr>
                <a:latin typeface="Aptos"/>
              </a:rPr>
              <a:t>Paper reference: 88.61%</a:t>
            </a:r>
          </a:p>
          <a:p>
            <a:r>
              <a:rPr>
                <a:latin typeface="Aptos"/>
              </a:rPr>
              <a:t>Difference: -1.37 pp</a:t>
            </a:r>
          </a:p>
        </p:txBody>
      </p:sp>
      <p:sp>
        <p:nvSpPr>
          <p:cNvPr id="15" name="Shape 11"/>
          <p:cNvSpPr/>
          <p:nvPr/>
        </p:nvSpPr>
        <p:spPr>
          <a:xfrm>
            <a:off x="7818120" y="34747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18120" y="3474720"/>
            <a:ext cx="73152" cy="12344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019288" y="3639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Takeaway</a:t>
            </a:r>
          </a:p>
        </p:txBody>
      </p:sp>
      <p:sp>
        <p:nvSpPr>
          <p:cNvPr id="18" name="Text 14"/>
          <p:cNvSpPr/>
          <p:nvPr/>
        </p:nvSpPr>
        <p:spPr>
          <a:xfrm>
            <a:off x="8019288" y="3877056"/>
            <a:ext cx="320040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r>
              <a:rPr dirty="0">
                <a:latin typeface="Aptos"/>
              </a:rPr>
              <a:t>Layer choice matters. The reproduction preserves the paper's key conclusion: up_ft1 is the most useful tested SD-1.5 layer.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294" y="1124712"/>
            <a:ext cx="71780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layer_comparison_corr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61872"/>
            <a:ext cx="6812280" cy="3973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65760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A2D4B"/>
                </a:solidFill>
                <a:latin typeface="Aptos"/>
              </a:rPr>
              <a:t>Result detail: what I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36E"/>
                </a:solidFill>
                <a:latin typeface="Aptos"/>
              </a:rPr>
              <a:t>Clear comparison between the main paper point and my reproduced result.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05840" cy="54864"/>
          </a:xfrm>
          <a:prstGeom prst="rect">
            <a:avLst/>
          </a:prstGeom>
          <a:solidFill>
            <a:srgbClr val="00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5A636E"/>
                </a:solidFill>
                <a:latin typeface="Aptos"/>
              </a:rPr>
              <a:t>PRL - Revelio reproduction and timestep experiment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49887"/>
              </p:ext>
            </p:extLst>
          </p:nvPr>
        </p:nvGraphicFramePr>
        <p:xfrm>
          <a:off x="685800" y="1546889"/>
          <a:ext cx="56235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 marL="50800" marR="50800" marT="25400" marB="25400">
                    <a:solidFill>
                      <a:srgbClr val="0A2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Paper ref.</a:t>
                      </a:r>
                    </a:p>
                  </a:txBody>
                  <a:tcPr marL="50800" marR="50800" marT="25400" marB="25400">
                    <a:solidFill>
                      <a:srgbClr val="0A2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My result</a:t>
                      </a:r>
                    </a:p>
                  </a:txBody>
                  <a:tcPr marL="50800" marR="50800" marT="25400" marB="25400">
                    <a:solidFill>
                      <a:srgbClr val="0A2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Diff.</a:t>
                      </a:r>
                    </a:p>
                  </a:txBody>
                  <a:tcPr marL="50800" marR="50800" marT="25400" marB="25400">
                    <a:solidFill>
                      <a:srgbClr val="0A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bottleneck:0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32323"/>
                          </a:solidFill>
                          <a:latin typeface="Aptos"/>
                        </a:rPr>
                        <a:t>69.97%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71.736%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+1.77 pp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up_ft:0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73.29%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74.244%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+0.95 pp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up_ft:1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88.61%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87.244%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-1.37 pp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up_ft:2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81.63%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79.204%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32323"/>
                          </a:solidFill>
                          <a:latin typeface="Aptos"/>
                        </a:rPr>
                        <a:t>-2.43 pp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1417320"/>
            <a:ext cx="4251960" cy="10972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73152" cy="1097280"/>
          </a:xfrm>
          <a:prstGeom prst="rect">
            <a:avLst/>
          </a:prstGeom>
          <a:solidFill>
            <a:srgbClr val="00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5431" y="15270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2D4B"/>
                </a:solidFill>
                <a:latin typeface="Aptos"/>
              </a:rPr>
              <a:t>Main paper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1" y="1947672"/>
            <a:ext cx="39319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ptos"/>
              </a:rPr>
              <a:t>Useful semantic information is not uniform across SD-1.5 layers. up_ft1 is the strongest layer for this task.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743200"/>
            <a:ext cx="4251960" cy="10972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20840" y="2743200"/>
            <a:ext cx="73152" cy="1097280"/>
          </a:xfrm>
          <a:prstGeom prst="rect">
            <a:avLst/>
          </a:prstGeom>
          <a:solidFill>
            <a:srgbClr val="00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85431" y="28529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2D4B"/>
                </a:solidFill>
                <a:latin typeface="Aptos"/>
              </a:rPr>
              <a:t>My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1" y="3273552"/>
            <a:ext cx="39319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ptos"/>
              </a:rPr>
              <a:t>I reproduced the same key trend: up_ft1 remains best, reaching 87.244% accuracy.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069080"/>
            <a:ext cx="4251960" cy="10972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20840" y="4069080"/>
            <a:ext cx="73152" cy="1097280"/>
          </a:xfrm>
          <a:prstGeom prst="rect">
            <a:avLst/>
          </a:prstGeom>
          <a:solidFill>
            <a:srgbClr val="F0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85431" y="41788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2D4B"/>
                </a:solidFill>
                <a:latin typeface="Aptos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1" y="4599432"/>
            <a:ext cx="39319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ptos"/>
              </a:rPr>
              <a:t>The exact numbers are not identical, but the central conclusion of the paper is visible in my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 experiment: timestep sweep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layer is fixed to up_ft1; the timestep is varied.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</a:t>
            </a:r>
          </a:p>
        </p:txBody>
      </p:sp>
      <p:sp>
        <p:nvSpPr>
          <p:cNvPr id="9" name="Shape 6"/>
          <p:cNvSpPr/>
          <p:nvPr/>
        </p:nvSpPr>
        <p:spPr>
          <a:xfrm>
            <a:off x="822960" y="141732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2960" y="1417320"/>
            <a:ext cx="73152" cy="169164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4128" y="15819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Fixed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1892808"/>
            <a:ext cx="4023360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Model: SD-1.5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Layer: up_ft1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Dataset: Oxford-IIIT Pet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Training: 30 epochs, batch size 4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532120" y="14173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532120" y="1417320"/>
            <a:ext cx="73152" cy="16916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33288" y="15819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Varied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33288" y="1892808"/>
            <a:ext cx="2423160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Diffusion timestep: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t = 25, 50, 75, 100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41080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641080" y="1417320"/>
            <a:ext cx="73152" cy="1691640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842248" y="1581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Hypothesis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842248" y="1892808"/>
            <a:ext cx="2286000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Intermediate timesteps may improve accuracy by balancing detailed image structure and semantic abstraction.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1440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</a:rPr>
              <a:t>Purpose: test whether the paper-tested points miss a useful intermediate region.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051560" y="4828032"/>
            <a:ext cx="9784080" cy="0"/>
          </a:xfrm>
          <a:prstGeom prst="line">
            <a:avLst/>
          </a:prstGeom>
          <a:noFill/>
          <a:ln w="254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41832" y="4718304"/>
            <a:ext cx="219456" cy="219456"/>
          </a:xfrm>
          <a:prstGeom prst="ellipse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22960" y="5010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23"/>
                </a:solidFill>
              </a:rPr>
              <a:t>25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06240" y="4718304"/>
            <a:ext cx="219456" cy="219456"/>
          </a:xfrm>
          <a:prstGeom prst="ellipse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087368" y="5010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23"/>
                </a:solidFill>
              </a:rPr>
              <a:t>50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461504" y="4718304"/>
            <a:ext cx="219456" cy="219456"/>
          </a:xfrm>
          <a:prstGeom prst="ellipse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342632" y="5010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23"/>
                </a:solidFill>
              </a:rPr>
              <a:t>75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725912" y="4718304"/>
            <a:ext cx="219456" cy="219456"/>
          </a:xfrm>
          <a:prstGeom prst="ellipse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607040" y="5010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23"/>
                </a:solidFill>
              </a:rPr>
              <a:t>100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2: timestep sweep for up_ft1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The added timesteps t=50 and t=75 were close, but did not improve over t=25.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11</a:t>
            </a:r>
          </a:p>
        </p:txBody>
      </p:sp>
      <p:pic>
        <p:nvPicPr>
          <p:cNvPr id="9" name="Image 0" descr="/mnt/data/work_ppt/report_artifacts/figures/timestep_swee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234440"/>
            <a:ext cx="6766560" cy="4480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1234440"/>
            <a:ext cx="6766560" cy="448056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417320"/>
          <a:ext cx="2606040" cy="20574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87.244%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86.863%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86.890%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86.999%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7726680" y="388620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7726680" y="3886200"/>
            <a:ext cx="73152" cy="10972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7927848" y="3958231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927848" y="4195975"/>
            <a:ext cx="3291840" cy="7509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dirty="0">
                <a:latin typeface="Aptos"/>
              </a:rPr>
              <a:t>Best tested value: t=25</a:t>
            </a:r>
          </a:p>
          <a:p>
            <a:r>
              <a:rPr dirty="0">
                <a:latin typeface="Aptos"/>
              </a:rPr>
              <a:t>Added timesteps: t=50 and t=75</a:t>
            </a:r>
          </a:p>
          <a:p>
            <a:r>
              <a:rPr dirty="0">
                <a:latin typeface="Aptos"/>
              </a:rPr>
              <a:t>Result: close but no improvement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124712"/>
            <a:ext cx="71780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imestep_sweep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61872"/>
            <a:ext cx="6812280" cy="39738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65760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A2D4B"/>
                </a:solidFill>
                <a:latin typeface="Aptos"/>
              </a:rPr>
              <a:t>Result detail: own timestep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36E"/>
                </a:solidFill>
                <a:latin typeface="Aptos"/>
              </a:rPr>
              <a:t>What I changed from the paper and what I learned.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05840" cy="54864"/>
          </a:xfrm>
          <a:prstGeom prst="rect">
            <a:avLst/>
          </a:prstGeom>
          <a:solidFill>
            <a:srgbClr val="00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5A636E"/>
                </a:solidFill>
                <a:latin typeface="Aptos"/>
              </a:rPr>
              <a:t>PRL - Revelio reproduction and timestep experiment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83280" cy="12344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00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2D4B"/>
                </a:solidFill>
                <a:latin typeface="Aptos"/>
              </a:rPr>
              <a:t>Gap in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ptos"/>
              </a:rPr>
              <a:t>The paper reports selected timesteps, but does not explicitly test t=50 and t=75.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83280" cy="12344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73152" cy="1234440"/>
          </a:xfrm>
          <a:prstGeom prst="rect">
            <a:avLst/>
          </a:prstGeom>
          <a:solidFill>
            <a:srgbClr val="F0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52704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2D4B"/>
                </a:solidFill>
                <a:latin typeface="Aptos"/>
              </a:rPr>
              <a:t>My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ptos"/>
              </a:rPr>
              <a:t>I fixed the best reproduced layer up_ft1 and varied only the timestep.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83280" cy="12344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73152" cy="1234440"/>
          </a:xfrm>
          <a:prstGeom prst="rect">
            <a:avLst/>
          </a:prstGeom>
          <a:solidFill>
            <a:srgbClr val="00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52704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2D4B"/>
                </a:solidFill>
                <a:latin typeface="Aptos"/>
              </a:rPr>
              <a:t>Main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47672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ptos"/>
              </a:rPr>
              <a:t>The added timesteps are close to t=25, but neither improves the final accuracy.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005840" y="3063240"/>
          <a:ext cx="4160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Timestep</a:t>
                      </a:r>
                    </a:p>
                  </a:txBody>
                  <a:tcPr marL="50800" marR="50800" marT="25400" marB="25400">
                    <a:solidFill>
                      <a:srgbClr val="0A2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50800" marR="50800" marT="25400" marB="25400">
                    <a:solidFill>
                      <a:srgbClr val="0A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2323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323"/>
                          </a:solidFill>
                          <a:latin typeface="Aptos"/>
                        </a:rPr>
                        <a:t>87.244%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2323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323"/>
                          </a:solidFill>
                          <a:latin typeface="Aptos"/>
                        </a:rPr>
                        <a:t>86.863%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2323"/>
                          </a:solidFill>
                          <a:latin typeface="Aptos"/>
                        </a:rPr>
                        <a:t>75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323"/>
                          </a:solidFill>
                          <a:latin typeface="Aptos"/>
                        </a:rPr>
                        <a:t>86.890%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2323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323"/>
                          </a:solidFill>
                          <a:latin typeface="Aptos"/>
                        </a:rPr>
                        <a:t>86.999%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577840" y="3063240"/>
            <a:ext cx="5074920" cy="1600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77840" y="3063240"/>
            <a:ext cx="73152" cy="160020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42431" y="31729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2D4B"/>
                </a:solidFill>
                <a:latin typeface="Aptos"/>
              </a:rPr>
              <a:t>My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2431" y="359359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323"/>
                </a:solidFill>
                <a:latin typeface="Aptos"/>
              </a:rPr>
              <a:t>The hypothesis was not supported. Early denoising features at t=25 already contain strong fine-grained semantic information for Oxford-IIIT Pet.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60263B-6F9D-DC0E-AEDB-7C8EF88139AA}"/>
              </a:ext>
            </a:extLst>
          </p:cNvPr>
          <p:cNvSpPr txBox="1"/>
          <p:nvPr/>
        </p:nvSpPr>
        <p:spPr>
          <a:xfrm>
            <a:off x="1296748" y="5204961"/>
            <a:ext cx="9598504" cy="701545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2300" b="1">
                <a:solidFill>
                  <a:srgbClr val="003366"/>
                </a:solidFill>
                <a:latin typeface="Aptos"/>
              </a:defRPr>
            </a:pPr>
            <a:r>
              <a:rPr dirty="0"/>
              <a:t>“I reproduced the key layer-wise Diff-C trend and tested the missing intermediate timesteps. The result confirms up_ft:1 as the best layer, and shows that t = 50 and t = 75 do not improve over t = 25 in this setup.”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behavior over 30 epochs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All selected runs reach stable high accuracy by the final epoch.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13</a:t>
            </a:r>
          </a:p>
        </p:txBody>
      </p:sp>
      <p:pic>
        <p:nvPicPr>
          <p:cNvPr id="9" name="Image 0" descr="/mnt/data/work_ppt/report_artifacts/figures/training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188720"/>
            <a:ext cx="6766560" cy="4526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1188720"/>
            <a:ext cx="6766560" cy="452628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726680" y="16916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726680" y="1691640"/>
            <a:ext cx="73152" cy="1280160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927848" y="18562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Observation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927848" y="2167128"/>
            <a:ext cx="3291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The curves remain close near the end of training. There is no strong evidence that t=50 or t=75 gives a better final classification representation.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reproducibility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main technical difficulty was GPU memory, not model implementation.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14</a:t>
            </a:r>
          </a:p>
        </p:txBody>
      </p:sp>
      <p:pic>
        <p:nvPicPr>
          <p:cNvPr id="9" name="Image 0" descr="/mnt/data/out of mem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234440"/>
            <a:ext cx="5212080" cy="2971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1211579"/>
            <a:ext cx="5212080" cy="2971801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263640" y="141732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63640" y="1417320"/>
            <a:ext cx="73152" cy="1005840"/>
          </a:xfrm>
          <a:prstGeom prst="rect">
            <a:avLst/>
          </a:prstGeom>
          <a:solidFill>
            <a:srgbClr val="C7352D"/>
          </a:solidFill>
          <a:ln w="12700">
            <a:solidFill>
              <a:srgbClr val="C73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64808" y="158191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Problem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64808" y="1892808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Some layer runs failed on RTX 2080 Ti due to CUDA out-of-memory while keeping batch size 4.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63640" y="269748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63640" y="2697480"/>
            <a:ext cx="73152" cy="1051560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64808" y="286207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Solution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64808" y="3172968"/>
            <a:ext cx="42519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The failed bottleneck and up_ft0 runs were rerun on the V100 partition, keeping the required batch size and training settings fixed.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What the results mean.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15</a:t>
            </a:r>
          </a:p>
        </p:txBody>
      </p:sp>
      <p:sp>
        <p:nvSpPr>
          <p:cNvPr id="9" name="Shape 6"/>
          <p:cNvSpPr/>
          <p:nvPr/>
        </p:nvSpPr>
        <p:spPr>
          <a:xfrm>
            <a:off x="822960" y="1417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2960" y="1417320"/>
            <a:ext cx="73152" cy="1234440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4128" y="15819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Finding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1892808"/>
            <a:ext cx="30632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Layer choice matters. up_ft1 reached the highest reproduced accuracy at t=25.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34840" y="1417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34840" y="1417320"/>
            <a:ext cx="73152" cy="12344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36008" y="15819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Finding 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36008" y="1892808"/>
            <a:ext cx="30632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The timestep sweep did not show an improvement for t=50 or t=75.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46720" y="1417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46720" y="1417320"/>
            <a:ext cx="73152" cy="123444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06740" y="144475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Finding 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47888" y="1892808"/>
            <a:ext cx="3063240" cy="5398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r>
              <a:rPr dirty="0">
                <a:latin typeface="Aptos"/>
              </a:rPr>
              <a:t>The main qualitative result is reproduced: up_ft1 is strongest. Exact values can still vary in reproduction work.</a:t>
            </a:r>
          </a:p>
        </p:txBody>
      </p:sp>
      <p:sp>
        <p:nvSpPr>
          <p:cNvPr id="21" name="Text 18"/>
          <p:cNvSpPr/>
          <p:nvPr/>
        </p:nvSpPr>
        <p:spPr>
          <a:xfrm>
            <a:off x="8686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</a:rPr>
              <a:t>Possible causes of deviations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005840" y="3703320"/>
            <a:ext cx="9875520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dirty="0">
                <a:latin typeface="Aptos"/>
              </a:rPr>
              <a:t>HPC hardware differences and memory limits</a:t>
            </a:r>
          </a:p>
          <a:p>
            <a:r>
              <a:rPr dirty="0">
                <a:latin typeface="Aptos"/>
              </a:rPr>
              <a:t>Exact software versions and implementation details</a:t>
            </a:r>
          </a:p>
          <a:p>
            <a:r>
              <a:rPr dirty="0">
                <a:latin typeface="Aptos"/>
              </a:rPr>
              <a:t>Repeated runs and stochastic training effects</a:t>
            </a:r>
          </a:p>
          <a:p>
            <a:r>
              <a:rPr dirty="0">
                <a:latin typeface="Aptos"/>
              </a:rPr>
              <a:t>Full k-SAE, SD-2.1, and </a:t>
            </a:r>
            <a:r>
              <a:rPr dirty="0" err="1">
                <a:latin typeface="Aptos"/>
              </a:rPr>
              <a:t>DiT</a:t>
            </a:r>
            <a:r>
              <a:rPr dirty="0">
                <a:latin typeface="Aptos"/>
              </a:rPr>
              <a:t> experiments were outside this project scope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Main takeaway and future work.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16</a:t>
            </a:r>
          </a:p>
        </p:txBody>
      </p:sp>
      <p:sp>
        <p:nvSpPr>
          <p:cNvPr id="9" name="Shape 6"/>
          <p:cNvSpPr/>
          <p:nvPr/>
        </p:nvSpPr>
        <p:spPr>
          <a:xfrm>
            <a:off x="868680" y="14630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" y="1463040"/>
            <a:ext cx="73152" cy="1234440"/>
          </a:xfrm>
          <a:prstGeom prst="rect">
            <a:avLst/>
          </a:prstGeom>
          <a:solidFill>
            <a:srgbClr val="1B7F3A"/>
          </a:solidFill>
          <a:ln w="12700">
            <a:solidFill>
              <a:srgbClr val="1B7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69848" y="16276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What was reproduced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1938528"/>
            <a:ext cx="47548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>
                <a:latin typeface="Aptos"/>
              </a:rPr>
              <a:t>SD-1.5 layer comparison at t=25 on Oxford-IIIT Pet. up_ft1 was best.</a:t>
            </a:r>
          </a:p>
        </p:txBody>
      </p:sp>
      <p:sp>
        <p:nvSpPr>
          <p:cNvPr id="13" name="Shape 10"/>
          <p:cNvSpPr/>
          <p:nvPr/>
        </p:nvSpPr>
        <p:spPr>
          <a:xfrm>
            <a:off x="6263640" y="146304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63640" y="1463040"/>
            <a:ext cx="73152" cy="12344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64808" y="16276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What was added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1938528"/>
            <a:ext cx="44805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>
                <a:latin typeface="Aptos"/>
              </a:rPr>
              <a:t>Added t=50 and t=75 for fixed up_ft1, compared with t=25 and t=100.</a:t>
            </a:r>
          </a:p>
        </p:txBody>
      </p:sp>
      <p:sp>
        <p:nvSpPr>
          <p:cNvPr id="17" name="Shape 14"/>
          <p:cNvSpPr/>
          <p:nvPr/>
        </p:nvSpPr>
        <p:spPr>
          <a:xfrm>
            <a:off x="868680" y="31546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68680" y="3154680"/>
            <a:ext cx="73152" cy="114300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69848" y="33192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Main conclusion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69848" y="3630168"/>
            <a:ext cx="4754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>
                <a:latin typeface="Aptos"/>
              </a:rPr>
              <a:t>t=25 stayed best among evaluated timesteps; t=50 and t=75 did not improve it.</a:t>
            </a:r>
          </a:p>
        </p:txBody>
      </p:sp>
      <p:sp>
        <p:nvSpPr>
          <p:cNvPr id="21" name="Shape 18"/>
          <p:cNvSpPr/>
          <p:nvPr/>
        </p:nvSpPr>
        <p:spPr>
          <a:xfrm>
            <a:off x="6263640" y="3154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63640" y="3154680"/>
            <a:ext cx="73152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64808" y="33192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64808" y="3630168"/>
            <a:ext cx="44805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</a:rPr>
              <a:t>Run multiple random seeds, reproduce SD-2.1 / DiT, and evaluate more datasets and timesteps.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6868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545"/>
                </a:solidFill>
              </a:rPr>
              <a:t>Thank you. Questions?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result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17</a:t>
            </a:r>
          </a:p>
        </p:txBody>
      </p:sp>
      <p:pic>
        <p:nvPicPr>
          <p:cNvPr id="9" name="Image 0" descr="/mnt/data/Screenshot (221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143000"/>
            <a:ext cx="10972800" cy="5074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4360" y="1143000"/>
            <a:ext cx="10972800" cy="507492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Job execution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SLURM/JupyterHub queue screenshot.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18</a:t>
            </a:r>
          </a:p>
        </p:txBody>
      </p:sp>
      <p:pic>
        <p:nvPicPr>
          <p:cNvPr id="9" name="Image 0" descr="/mnt/data/job running jupy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188720"/>
            <a:ext cx="10789920" cy="4937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1188720"/>
            <a:ext cx="10789920" cy="493776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completed 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Example terminal output for a completed Diff-C run.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24128" cy="45720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PRL - Revelio reproduction and timestep experiment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19</a:t>
            </a:r>
          </a:p>
        </p:txBody>
      </p:sp>
      <p:pic>
        <p:nvPicPr>
          <p:cNvPr id="9" name="Image 0" descr="/mnt/data/Screenshot (193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143000"/>
            <a:ext cx="10789920" cy="5074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1143000"/>
            <a:ext cx="10789920" cy="507492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65760"/>
            <a:ext cx="768096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900" b="1" dirty="0">
                <a:solidFill>
                  <a:srgbClr val="0A2D4B"/>
                </a:solidFill>
                <a:latin typeface="Aptos"/>
              </a:rPr>
              <a:t>E</a:t>
            </a:r>
            <a:r>
              <a:rPr sz="2900" b="1" dirty="0" err="1">
                <a:solidFill>
                  <a:srgbClr val="0A2D4B"/>
                </a:solidFill>
                <a:latin typeface="Aptos"/>
              </a:rPr>
              <a:t>vidence</a:t>
            </a:r>
            <a:r>
              <a:rPr sz="2900" b="1" dirty="0">
                <a:solidFill>
                  <a:srgbClr val="0A2D4B"/>
                </a:solidFill>
                <a:latin typeface="Aptos"/>
              </a:rPr>
              <a:t>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>
                <a:solidFill>
                  <a:srgbClr val="5A636E"/>
                </a:solidFill>
                <a:latin typeface="Aptos"/>
              </a:rPr>
              <a:t>Screenshots kept as proof of what was run and what was obtained.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05840" cy="54864"/>
          </a:xfrm>
          <a:prstGeom prst="rect">
            <a:avLst/>
          </a:prstGeom>
          <a:solidFill>
            <a:srgbClr val="00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5A636E"/>
                </a:solidFill>
                <a:latin typeface="Aptos"/>
              </a:rPr>
              <a:t>PRL - Revelio reproduction and timestep 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8930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2D4B"/>
                </a:solidFill>
                <a:latin typeface="Aptos"/>
              </a:rPr>
              <a:t>Final results collected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600199"/>
            <a:ext cx="3429001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128930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2D4B"/>
                </a:solidFill>
                <a:latin typeface="Aptos"/>
              </a:rPr>
              <a:t>Jobs submitted on HPC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31760"/>
            <a:ext cx="342900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2440" y="128930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2D4B"/>
                </a:solidFill>
                <a:latin typeface="Aptos"/>
              </a:rPr>
              <a:t>GPU memory limitation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9186" y="1588219"/>
            <a:ext cx="342900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2057</Words>
  <Application>Microsoft Office PowerPoint</Application>
  <PresentationFormat>Widescreen</PresentationFormat>
  <Paragraphs>312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Reproducing and Extending Revelio</dc:title>
  <dc:subject>PRL Final Presentation - Revelio Reproduction and Timestep Experiment</dc:subject>
  <dc:creator>Mehrub Ahsan</dc:creator>
  <cp:lastModifiedBy>Ahsan, Mherub</cp:lastModifiedBy>
  <cp:revision>11</cp:revision>
  <dcterms:created xsi:type="dcterms:W3CDTF">2026-07-28T16:18:58Z</dcterms:created>
  <dcterms:modified xsi:type="dcterms:W3CDTF">2026-09-25T06:29:34Z</dcterms:modified>
</cp:coreProperties>
</file>